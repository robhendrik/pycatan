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11"/>
  </p:sldMasterIdLst>
  <p:notesMasterIdLst>
    <p:notesMasterId r:id="rId18"/>
  </p:notesMasterIdLst>
  <p:handoutMasterIdLst>
    <p:handoutMasterId r:id="rId19"/>
  </p:handoutMasterIdLst>
  <p:sldIdLst>
    <p:sldId id="2147482500" r:id="rId12"/>
    <p:sldId id="2147482504" r:id="rId13"/>
    <p:sldId id="2147482499" r:id="rId14"/>
    <p:sldId id="2147482502" r:id="rId15"/>
    <p:sldId id="2147482503" r:id="rId16"/>
    <p:sldId id="2147482501" r:id="rId1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2147482500"/>
            <p14:sldId id="2147482504"/>
            <p14:sldId id="2147482499"/>
            <p14:sldId id="2147482502"/>
            <p14:sldId id="2147482503"/>
            <p14:sldId id="21474825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AD702-6ECA-440E-A9D6-CE0DAE754892}" v="1" dt="2025-10-30T09:50:43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782" autoAdjust="0"/>
  </p:normalViewPr>
  <p:slideViewPr>
    <p:cSldViewPr snapToGrid="0">
      <p:cViewPr>
        <p:scale>
          <a:sx n="125" d="100"/>
          <a:sy n="125" d="100"/>
        </p:scale>
        <p:origin x="163" y="82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[Book1]Sheet1!$D$5:$D$7</c:f>
                <c:numCache>
                  <c:formatCode>General</c:formatCode>
                  <c:ptCount val="3"/>
                  <c:pt idx="0">
                    <c:v>0.25</c:v>
                  </c:pt>
                  <c:pt idx="1">
                    <c:v>0.25</c:v>
                  </c:pt>
                  <c:pt idx="2">
                    <c:v>0.25</c:v>
                  </c:pt>
                </c:numCache>
              </c:numRef>
            </c:plus>
            <c:minus>
              <c:numRef>
                <c:f>[Book1]Sheet1!$D$5:$D$7</c:f>
                <c:numCache>
                  <c:formatCode>General</c:formatCode>
                  <c:ptCount val="3"/>
                  <c:pt idx="0">
                    <c:v>0.25</c:v>
                  </c:pt>
                  <c:pt idx="1">
                    <c:v>0.25</c:v>
                  </c:pt>
                  <c:pt idx="2">
                    <c:v>0.25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val>
            <c:numRef>
              <c:f>[Book1]Sheet1!$C$5:$C$7</c:f>
              <c:numCache>
                <c:formatCode>General</c:formatCode>
                <c:ptCount val="3"/>
                <c:pt idx="0">
                  <c:v>4.25</c:v>
                </c:pt>
                <c:pt idx="1">
                  <c:v>3.64</c:v>
                </c:pt>
                <c:pt idx="2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39-4323-8422-95611B1BEC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5"/>
        <c:overlap val="-70"/>
        <c:axId val="1339006944"/>
        <c:axId val="1339008864"/>
      </c:barChart>
      <c:catAx>
        <c:axId val="1339006944"/>
        <c:scaling>
          <c:orientation val="minMax"/>
        </c:scaling>
        <c:delete val="1"/>
        <c:axPos val="b"/>
        <c:majorTickMark val="none"/>
        <c:minorTickMark val="none"/>
        <c:tickLblPos val="nextTo"/>
        <c:crossAx val="1339008864"/>
        <c:crosses val="autoZero"/>
        <c:auto val="1"/>
        <c:lblAlgn val="ctr"/>
        <c:lblOffset val="100"/>
        <c:noMultiLvlLbl val="0"/>
      </c:catAx>
      <c:valAx>
        <c:axId val="1339008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39006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10/23/2025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079D8-14AC-1D71-49AE-379EBE22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2A101-137F-17F5-6350-6CA7F4C5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D898D-8C31-A4E9-1E09-60C35FD26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3B1B8-FF41-AD81-E602-7F5F993D5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310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EFC45-7255-5345-2768-023273EF8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D7EE1-F21C-9972-257E-95BC26236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D1B39-F72D-FFAE-A3E0-36A9FCC71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29E08-2732-19A4-721D-22E45CB25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73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080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7EC4-E157-A374-B9F1-88670462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60CAE-58FA-06C9-1A51-784E11AFA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B8001-F779-F8A4-F8A1-727F4F1A3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25981-5206-C646-2EF4-D38AE9E36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995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6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9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7.png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4.xml"/><Relationship Id="rId6" Type="http://schemas.openxmlformats.org/officeDocument/2006/relationships/image" Target="../media/image16.jpeg"/><Relationship Id="rId11" Type="http://schemas.openxmlformats.org/officeDocument/2006/relationships/image" Target="../media/image13.png"/><Relationship Id="rId5" Type="http://schemas.openxmlformats.org/officeDocument/2006/relationships/image" Target="../media/image15.jpeg"/><Relationship Id="rId10" Type="http://schemas.openxmlformats.org/officeDocument/2006/relationships/image" Target="../media/image20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23.png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7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0CD2-3543-1EF0-7E54-C9B96270B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logo with a snake in the center&#10;&#10;AI-generated content may be incorrect.">
            <a:extLst>
              <a:ext uri="{FF2B5EF4-FFF2-40B4-BE49-F238E27FC236}">
                <a16:creationId xmlns:a16="http://schemas.microsoft.com/office/drawing/2014/main" id="{3B64BC1E-11A0-1AE9-915A-0DB40D79C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575" y="287878"/>
            <a:ext cx="4213145" cy="4213145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6205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061F-AC28-5D08-1D44-ED1EBE62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C1020-F007-74B7-39A4-DD8278062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2571" y="557348"/>
            <a:ext cx="4542068" cy="42371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77B71-DF86-41B2-9311-CE66565A18B7}"/>
              </a:ext>
            </a:extLst>
          </p:cNvPr>
          <p:cNvSpPr txBox="1"/>
          <p:nvPr/>
        </p:nvSpPr>
        <p:spPr>
          <a:xfrm>
            <a:off x="2366987" y="3200192"/>
            <a:ext cx="1021731" cy="30995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400" b="1" dirty="0">
                <a:solidFill>
                  <a:srgbClr val="FF0000"/>
                </a:solidFill>
              </a:rPr>
              <a:t>Mask input</a:t>
            </a:r>
            <a:endParaRPr lang="en-NL" sz="1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7741A-CF36-C9B6-0CAD-9C861AD95E70}"/>
              </a:ext>
            </a:extLst>
          </p:cNvPr>
          <p:cNvSpPr txBox="1"/>
          <p:nvPr/>
        </p:nvSpPr>
        <p:spPr>
          <a:xfrm>
            <a:off x="5856516" y="754143"/>
            <a:ext cx="1639465" cy="30995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400" b="1" dirty="0">
                <a:solidFill>
                  <a:srgbClr val="FF0000"/>
                </a:solidFill>
              </a:rPr>
              <a:t>Players hands input</a:t>
            </a:r>
            <a:endParaRPr lang="en-NL" sz="1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2A69B-7B35-3F9B-E4BF-5E82B695BB07}"/>
              </a:ext>
            </a:extLst>
          </p:cNvPr>
          <p:cNvSpPr txBox="1"/>
          <p:nvPr/>
        </p:nvSpPr>
        <p:spPr>
          <a:xfrm>
            <a:off x="4438809" y="249360"/>
            <a:ext cx="1044430" cy="30995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400" b="1" dirty="0">
                <a:solidFill>
                  <a:srgbClr val="FF0000"/>
                </a:solidFill>
              </a:rPr>
              <a:t>Edges input</a:t>
            </a:r>
            <a:endParaRPr lang="en-NL" sz="1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6E5CB-B3C9-3745-BE20-DF1360EA7B79}"/>
              </a:ext>
            </a:extLst>
          </p:cNvPr>
          <p:cNvSpPr txBox="1"/>
          <p:nvPr/>
        </p:nvSpPr>
        <p:spPr>
          <a:xfrm>
            <a:off x="2721178" y="247390"/>
            <a:ext cx="1090661" cy="30995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400" b="1" dirty="0">
                <a:solidFill>
                  <a:srgbClr val="FF0000"/>
                </a:solidFill>
              </a:rPr>
              <a:t>Nodes input</a:t>
            </a:r>
            <a:endParaRPr lang="en-NL" sz="14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4AF4F-467D-D299-D565-7A1ED1FE5193}"/>
              </a:ext>
            </a:extLst>
          </p:cNvPr>
          <p:cNvSpPr txBox="1"/>
          <p:nvPr/>
        </p:nvSpPr>
        <p:spPr>
          <a:xfrm>
            <a:off x="2840634" y="4794512"/>
            <a:ext cx="2140371" cy="30995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400" b="1" dirty="0">
                <a:solidFill>
                  <a:srgbClr val="FF0000"/>
                </a:solidFill>
              </a:rPr>
              <a:t>Policy output (probability)</a:t>
            </a:r>
            <a:endParaRPr lang="en-NL" sz="1400" b="1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E4E5FB-D32C-DDF8-7E27-DB02504C4DF2}"/>
              </a:ext>
            </a:extLst>
          </p:cNvPr>
          <p:cNvSpPr/>
          <p:nvPr/>
        </p:nvSpPr>
        <p:spPr>
          <a:xfrm>
            <a:off x="4487982" y="3956544"/>
            <a:ext cx="2511372" cy="89847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36F901-77E3-1165-5D83-472F55BE04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816" t="79857" r="13060" b="-37"/>
          <a:stretch>
            <a:fillRect/>
          </a:stretch>
        </p:blipFill>
        <p:spPr>
          <a:xfrm>
            <a:off x="2812962" y="3946578"/>
            <a:ext cx="2140371" cy="85504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C2DB90F-02D4-0CE5-017D-FDF152C51BF7}"/>
              </a:ext>
            </a:extLst>
          </p:cNvPr>
          <p:cNvSpPr/>
          <p:nvPr/>
        </p:nvSpPr>
        <p:spPr>
          <a:xfrm>
            <a:off x="6325162" y="3335904"/>
            <a:ext cx="2511372" cy="89847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353FC-DA31-2751-8DE5-072A52B50F9E}"/>
              </a:ext>
            </a:extLst>
          </p:cNvPr>
          <p:cNvSpPr txBox="1"/>
          <p:nvPr/>
        </p:nvSpPr>
        <p:spPr>
          <a:xfrm>
            <a:off x="5054300" y="3785141"/>
            <a:ext cx="1186585" cy="30995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400" b="1" dirty="0">
                <a:solidFill>
                  <a:srgbClr val="FF0000"/>
                </a:solidFill>
              </a:rPr>
              <a:t>Value output </a:t>
            </a:r>
            <a:endParaRPr lang="en-NL" sz="1400" b="1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2059F2-51DC-84B7-7854-54D4D620AD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92" r="82145" b="88696"/>
          <a:stretch>
            <a:fillRect/>
          </a:stretch>
        </p:blipFill>
        <p:spPr>
          <a:xfrm>
            <a:off x="2367396" y="3812995"/>
            <a:ext cx="810954" cy="140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FC5C79-7A2B-DC85-789C-B1F907DF01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2886" t="68816" b="22922"/>
          <a:stretch>
            <a:fillRect/>
          </a:stretch>
        </p:blipFill>
        <p:spPr>
          <a:xfrm>
            <a:off x="2489200" y="3482822"/>
            <a:ext cx="777307" cy="350038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6679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DD03E-C5E4-5B3B-E1A6-63B08082597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Logo Keras Library Python Tutorial Tensorflow Keras Python Sales">
            <a:extLst>
              <a:ext uri="{FF2B5EF4-FFF2-40B4-BE49-F238E27FC236}">
                <a16:creationId xmlns:a16="http://schemas.microsoft.com/office/drawing/2014/main" id="{9D3B00F1-5C74-47E2-D148-E66E6EFDE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815" y="3091288"/>
            <a:ext cx="1721624" cy="690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D260531-EFC6-321F-8041-35CCE0836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044" y="4314515"/>
            <a:ext cx="2078881" cy="61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787396F-81A0-D3E2-FD17-C0CDD6DBF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488" y="2092117"/>
            <a:ext cx="1791596" cy="48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WS S3 - SAA Cheat Sheet - DEV Community">
            <a:extLst>
              <a:ext uri="{FF2B5EF4-FFF2-40B4-BE49-F238E27FC236}">
                <a16:creationId xmlns:a16="http://schemas.microsoft.com/office/drawing/2014/main" id="{68A7B77B-DA44-BF16-93BE-A3E8D6633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4" t="19150" r="13758" b="17941"/>
          <a:stretch>
            <a:fillRect/>
          </a:stretch>
        </p:blipFill>
        <p:spPr bwMode="auto">
          <a:xfrm>
            <a:off x="14554" y="2244483"/>
            <a:ext cx="1933379" cy="84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mazon EC2- Elastic Compute Cloud | by Nidhi Ashtikar | Medium">
            <a:extLst>
              <a:ext uri="{FF2B5EF4-FFF2-40B4-BE49-F238E27FC236}">
                <a16:creationId xmlns:a16="http://schemas.microsoft.com/office/drawing/2014/main" id="{189E2768-CED4-5696-52CF-09E91363E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89" y="3131846"/>
            <a:ext cx="2513343" cy="108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tplotlib: Python plotting — Matplotlib 3.2.0 documentation">
            <a:extLst>
              <a:ext uri="{FF2B5EF4-FFF2-40B4-BE49-F238E27FC236}">
                <a16:creationId xmlns:a16="http://schemas.microsoft.com/office/drawing/2014/main" id="{12BDFD8A-5090-5FD4-410E-63430E6B8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928" y="4282902"/>
            <a:ext cx="1841619" cy="44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with a snake in the center&#10;&#10;AI-generated content may be incorrect.">
            <a:extLst>
              <a:ext uri="{FF2B5EF4-FFF2-40B4-BE49-F238E27FC236}">
                <a16:creationId xmlns:a16="http://schemas.microsoft.com/office/drawing/2014/main" id="{E52CDD84-C47E-44FF-33A5-138770718B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8676" y="871352"/>
            <a:ext cx="1826349" cy="1826349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4DF42673-27E3-FE55-BE5B-CB808FBA7F2C}"/>
              </a:ext>
            </a:extLst>
          </p:cNvPr>
          <p:cNvGrpSpPr/>
          <p:nvPr/>
        </p:nvGrpSpPr>
        <p:grpSpPr>
          <a:xfrm>
            <a:off x="1658809" y="1924710"/>
            <a:ext cx="1259348" cy="427127"/>
            <a:chOff x="2223374" y="1764674"/>
            <a:chExt cx="1259348" cy="42712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524DDE-43A0-0104-6029-0299A232C3BE}"/>
                </a:ext>
              </a:extLst>
            </p:cNvPr>
            <p:cNvSpPr txBox="1"/>
            <p:nvPr/>
          </p:nvSpPr>
          <p:spPr>
            <a:xfrm rot="20383258">
              <a:off x="2334289" y="1912621"/>
              <a:ext cx="1148433" cy="27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200" b="1" cap="all" dirty="0"/>
                <a:t>Data storage</a:t>
              </a:r>
              <a:endParaRPr lang="en-NL" sz="1200" b="1" cap="all" dirty="0"/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E6ED5452-C5E9-3FE8-4500-38CD6FDF50F4}"/>
                </a:ext>
              </a:extLst>
            </p:cNvPr>
            <p:cNvSpPr/>
            <p:nvPr/>
          </p:nvSpPr>
          <p:spPr>
            <a:xfrm rot="20424170">
              <a:off x="2223374" y="1764674"/>
              <a:ext cx="1216152" cy="232859"/>
            </a:xfrm>
            <a:prstGeom prst="leftRightArrow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A9085BC-5CAC-C7B4-2515-B3B8EAD5939E}"/>
              </a:ext>
            </a:extLst>
          </p:cNvPr>
          <p:cNvGrpSpPr/>
          <p:nvPr/>
        </p:nvGrpSpPr>
        <p:grpSpPr>
          <a:xfrm>
            <a:off x="2132835" y="2771134"/>
            <a:ext cx="1419893" cy="400448"/>
            <a:chOff x="2543089" y="2510762"/>
            <a:chExt cx="1419893" cy="400448"/>
          </a:xfrm>
        </p:grpSpPr>
        <p:sp>
          <p:nvSpPr>
            <p:cNvPr id="14" name="Arrow: Left-Right 13">
              <a:extLst>
                <a:ext uri="{FF2B5EF4-FFF2-40B4-BE49-F238E27FC236}">
                  <a16:creationId xmlns:a16="http://schemas.microsoft.com/office/drawing/2014/main" id="{8964471B-1819-5C1C-F56B-36117EB5B073}"/>
                </a:ext>
              </a:extLst>
            </p:cNvPr>
            <p:cNvSpPr/>
            <p:nvPr/>
          </p:nvSpPr>
          <p:spPr>
            <a:xfrm rot="19337000">
              <a:off x="2543089" y="2510762"/>
              <a:ext cx="1216152" cy="232859"/>
            </a:xfrm>
            <a:prstGeom prst="leftRightArrow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BC1EA6-EFC9-9D21-B040-BFB33F04CCD1}"/>
                </a:ext>
              </a:extLst>
            </p:cNvPr>
            <p:cNvSpPr txBox="1"/>
            <p:nvPr/>
          </p:nvSpPr>
          <p:spPr>
            <a:xfrm rot="19319161">
              <a:off x="2606031" y="2632030"/>
              <a:ext cx="1356951" cy="27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200" b="1" cap="all" dirty="0"/>
                <a:t>Compute Power</a:t>
              </a:r>
              <a:endParaRPr lang="en-NL" sz="1200" b="1" cap="al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F7325E-CDD9-207B-6200-50B9EE5A64EE}"/>
              </a:ext>
            </a:extLst>
          </p:cNvPr>
          <p:cNvGrpSpPr/>
          <p:nvPr/>
        </p:nvGrpSpPr>
        <p:grpSpPr>
          <a:xfrm>
            <a:off x="3443799" y="2865212"/>
            <a:ext cx="410547" cy="1216152"/>
            <a:chOff x="3412293" y="2887057"/>
            <a:chExt cx="410547" cy="1216152"/>
          </a:xfrm>
        </p:grpSpPr>
        <p:sp>
          <p:nvSpPr>
            <p:cNvPr id="16" name="Arrow: Left-Right 15">
              <a:extLst>
                <a:ext uri="{FF2B5EF4-FFF2-40B4-BE49-F238E27FC236}">
                  <a16:creationId xmlns:a16="http://schemas.microsoft.com/office/drawing/2014/main" id="{39910D0F-E9B8-BC69-FDA2-9795E0CDFCD7}"/>
                </a:ext>
              </a:extLst>
            </p:cNvPr>
            <p:cNvSpPr/>
            <p:nvPr/>
          </p:nvSpPr>
          <p:spPr>
            <a:xfrm rot="17667053">
              <a:off x="2920647" y="3378703"/>
              <a:ext cx="1216152" cy="232859"/>
            </a:xfrm>
            <a:prstGeom prst="leftRightArrow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524AFE-B4B7-401D-4B98-4EBBBD4400E3}"/>
                </a:ext>
              </a:extLst>
            </p:cNvPr>
            <p:cNvSpPr txBox="1"/>
            <p:nvPr/>
          </p:nvSpPr>
          <p:spPr>
            <a:xfrm rot="17588475">
              <a:off x="3180143" y="3419347"/>
              <a:ext cx="1006214" cy="27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200" b="1" cap="all" dirty="0"/>
                <a:t>GAME LOGIC</a:t>
              </a:r>
              <a:endParaRPr lang="en-NL" sz="1200" b="1" cap="all" dirty="0"/>
            </a:p>
          </p:txBody>
        </p:sp>
      </p:grp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11900CD8-63BE-469D-7BCE-9965A47C9901}"/>
              </a:ext>
            </a:extLst>
          </p:cNvPr>
          <p:cNvSpPr/>
          <p:nvPr/>
        </p:nvSpPr>
        <p:spPr>
          <a:xfrm rot="14856087">
            <a:off x="4441731" y="3373872"/>
            <a:ext cx="1216152" cy="232859"/>
          </a:xfrm>
          <a:prstGeom prst="leftRightArrow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8457BC-C9CF-F3C4-FDE2-0C2E31D40536}"/>
              </a:ext>
            </a:extLst>
          </p:cNvPr>
          <p:cNvSpPr txBox="1"/>
          <p:nvPr/>
        </p:nvSpPr>
        <p:spPr>
          <a:xfrm rot="4073981">
            <a:off x="4241830" y="3403049"/>
            <a:ext cx="1161641" cy="2791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200" b="1" cap="all" dirty="0"/>
              <a:t>visualization</a:t>
            </a:r>
            <a:endParaRPr lang="en-NL" sz="1200" b="1" cap="all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14A400-B3F2-083E-E565-6707D055E62A}"/>
              </a:ext>
            </a:extLst>
          </p:cNvPr>
          <p:cNvGrpSpPr/>
          <p:nvPr/>
        </p:nvGrpSpPr>
        <p:grpSpPr>
          <a:xfrm rot="19833180">
            <a:off x="5639558" y="2213161"/>
            <a:ext cx="483172" cy="1550081"/>
            <a:chOff x="4835464" y="2919999"/>
            <a:chExt cx="483172" cy="1550081"/>
          </a:xfrm>
        </p:grpSpPr>
        <p:sp>
          <p:nvSpPr>
            <p:cNvPr id="20" name="Arrow: Left-Right 19">
              <a:extLst>
                <a:ext uri="{FF2B5EF4-FFF2-40B4-BE49-F238E27FC236}">
                  <a16:creationId xmlns:a16="http://schemas.microsoft.com/office/drawing/2014/main" id="{866E591C-AAC4-8E59-2D5B-17F28A7ABB8D}"/>
                </a:ext>
              </a:extLst>
            </p:cNvPr>
            <p:cNvSpPr/>
            <p:nvPr/>
          </p:nvSpPr>
          <p:spPr>
            <a:xfrm rot="14856087">
              <a:off x="4594131" y="3526272"/>
              <a:ext cx="1216152" cy="232859"/>
            </a:xfrm>
            <a:prstGeom prst="leftRightArrow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22C43C-ABB3-4B9B-BD82-56CC95FC93C6}"/>
                </a:ext>
              </a:extLst>
            </p:cNvPr>
            <p:cNvSpPr txBox="1"/>
            <p:nvPr/>
          </p:nvSpPr>
          <p:spPr>
            <a:xfrm rot="4073981">
              <a:off x="4200013" y="3555450"/>
              <a:ext cx="1550081" cy="27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200" b="1" cap="all" dirty="0"/>
                <a:t>AI DECISION MODELS</a:t>
              </a:r>
              <a:endParaRPr lang="en-NL" sz="1200" b="1" cap="all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F89E4D-893B-DA0D-E363-4F74128D4073}"/>
              </a:ext>
            </a:extLst>
          </p:cNvPr>
          <p:cNvGrpSpPr/>
          <p:nvPr/>
        </p:nvGrpSpPr>
        <p:grpSpPr>
          <a:xfrm rot="18680453">
            <a:off x="6073751" y="1608167"/>
            <a:ext cx="483171" cy="1259380"/>
            <a:chOff x="4835465" y="3034626"/>
            <a:chExt cx="483171" cy="1259380"/>
          </a:xfrm>
        </p:grpSpPr>
        <p:sp>
          <p:nvSpPr>
            <p:cNvPr id="24" name="Arrow: Left-Right 23">
              <a:extLst>
                <a:ext uri="{FF2B5EF4-FFF2-40B4-BE49-F238E27FC236}">
                  <a16:creationId xmlns:a16="http://schemas.microsoft.com/office/drawing/2014/main" id="{A51FF4CD-1F45-134B-1A31-83FC437B9183}"/>
                </a:ext>
              </a:extLst>
            </p:cNvPr>
            <p:cNvSpPr/>
            <p:nvPr/>
          </p:nvSpPr>
          <p:spPr>
            <a:xfrm rot="14856087">
              <a:off x="4594131" y="3526272"/>
              <a:ext cx="1216152" cy="232859"/>
            </a:xfrm>
            <a:prstGeom prst="leftRightArrow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7930E3A-6ED4-36DD-1E02-6EECDFB0AB40}"/>
                </a:ext>
              </a:extLst>
            </p:cNvPr>
            <p:cNvSpPr txBox="1"/>
            <p:nvPr/>
          </p:nvSpPr>
          <p:spPr>
            <a:xfrm rot="4073981">
              <a:off x="4376088" y="3555450"/>
              <a:ext cx="1197933" cy="27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200" b="1" cap="all" dirty="0"/>
                <a:t>verbalization</a:t>
              </a:r>
              <a:endParaRPr lang="en-NL" sz="1200" b="1" cap="all" dirty="0"/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584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CC58D4-3314-7620-1F11-FCC21A256D2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18605A-2E5A-601F-9828-BB1B697C06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F9466-73DE-BDC8-C42B-9D59C32F133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D6962E-CEBD-5140-0721-55B459D8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AutoShape 2" descr="Gegenereerde afbeelding">
            <a:extLst>
              <a:ext uri="{FF2B5EF4-FFF2-40B4-BE49-F238E27FC236}">
                <a16:creationId xmlns:a16="http://schemas.microsoft.com/office/drawing/2014/main" id="{168FF25B-2140-9D4B-E28B-6E43BEA76F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4E8860-E4D7-18F3-4D6A-AD70E60C6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394732"/>
            <a:ext cx="3073854" cy="204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9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01D78-E419-38D4-59A4-ED7C46AE4F9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0768B-622C-BBC0-A764-F4AE4C5A15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0062" y="1211263"/>
            <a:ext cx="3558132" cy="3484800"/>
          </a:xfrm>
        </p:spPr>
        <p:txBody>
          <a:bodyPr/>
          <a:lstStyle/>
          <a:p>
            <a:endParaRPr lang="en-N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1AA1A6-1109-C546-4A37-A7A65534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0226C6A-16C3-04F8-5EA7-EA91E7DEEC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3661997"/>
              </p:ext>
            </p:extLst>
          </p:nvPr>
        </p:nvGraphicFramePr>
        <p:xfrm>
          <a:off x="4184468" y="132793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9793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1389-3D88-F229-A53B-C88848AB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logo with a snake in the center&#10;&#10;AI-generated content may be incorrect.">
            <a:extLst>
              <a:ext uri="{FF2B5EF4-FFF2-40B4-BE49-F238E27FC236}">
                <a16:creationId xmlns:a16="http://schemas.microsoft.com/office/drawing/2014/main" id="{D9E5BCBC-26BB-C993-CA82-3ABBB37F9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5038" y="192083"/>
            <a:ext cx="3909107" cy="39091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BEE977-285A-0FDD-1B43-190BF100FF92}"/>
              </a:ext>
            </a:extLst>
          </p:cNvPr>
          <p:cNvSpPr txBox="1"/>
          <p:nvPr/>
        </p:nvSpPr>
        <p:spPr>
          <a:xfrm>
            <a:off x="300445" y="4551859"/>
            <a:ext cx="4572000" cy="3000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NL" dirty="0"/>
              <a:t>https://github.com/robhendrik/PyCatan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9F1C4-453E-DBAA-DB60-05121F83107C}"/>
              </a:ext>
            </a:extLst>
          </p:cNvPr>
          <p:cNvSpPr txBox="1"/>
          <p:nvPr/>
        </p:nvSpPr>
        <p:spPr>
          <a:xfrm>
            <a:off x="6007719" y="4551859"/>
            <a:ext cx="2940339" cy="3000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NL" dirty="0"/>
              <a:t>https://robhendrik.github.io/PyCatan/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FD72D1-432F-61BA-0BC3-1D389B7A0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71" y="2984316"/>
            <a:ext cx="1563414" cy="1554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E492E4-1FC9-18BE-80B6-40BDDD938CCB}"/>
              </a:ext>
            </a:extLst>
          </p:cNvPr>
          <p:cNvSpPr txBox="1"/>
          <p:nvPr/>
        </p:nvSpPr>
        <p:spPr>
          <a:xfrm>
            <a:off x="782471" y="2705136"/>
            <a:ext cx="1572973" cy="2791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200" b="1" cap="all" dirty="0"/>
              <a:t>Project Repository</a:t>
            </a:r>
            <a:endParaRPr lang="en-NL" sz="1200" b="1" cap="al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90660A-694F-156B-DDE3-F3803782823F}"/>
              </a:ext>
            </a:extLst>
          </p:cNvPr>
          <p:cNvSpPr txBox="1"/>
          <p:nvPr/>
        </p:nvSpPr>
        <p:spPr>
          <a:xfrm>
            <a:off x="6704405" y="2705136"/>
            <a:ext cx="1337908" cy="279180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200" b="1" cap="all" dirty="0"/>
              <a:t>Project Website</a:t>
            </a:r>
            <a:endParaRPr lang="en-NL" sz="1200" b="1" cap="all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323FCE1-2A62-BD8B-8E11-A6068AF3EC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977" y="2917985"/>
            <a:ext cx="1646764" cy="1633874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9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4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5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BF8525C-62B9-4321-91B7-FFEFD4A5025A}">
  <ds:schemaRefs/>
</ds:datastoreItem>
</file>

<file path=customXml/itemProps2.xml><?xml version="1.0" encoding="utf-8"?>
<ds:datastoreItem xmlns:ds="http://schemas.openxmlformats.org/officeDocument/2006/customXml" ds:itemID="{758FF650-907C-428F-AD7B-6BA9D849A6CB}">
  <ds:schemaRefs/>
</ds:datastoreItem>
</file>

<file path=customXml/itemProps3.xml><?xml version="1.0" encoding="utf-8"?>
<ds:datastoreItem xmlns:ds="http://schemas.openxmlformats.org/officeDocument/2006/customXml" ds:itemID="{BFBCB3F7-860C-40CC-8532-A042390E68D6}">
  <ds:schemaRefs/>
</ds:datastoreItem>
</file>

<file path=customXml/itemProps4.xml><?xml version="1.0" encoding="utf-8"?>
<ds:datastoreItem xmlns:ds="http://schemas.openxmlformats.org/officeDocument/2006/customXml" ds:itemID="{B2E38FC4-1533-4A92-B582-8C6E853F1307}">
  <ds:schemaRefs/>
</ds:datastoreItem>
</file>

<file path=customXml/itemProps5.xml><?xml version="1.0" encoding="utf-8"?>
<ds:datastoreItem xmlns:ds="http://schemas.openxmlformats.org/officeDocument/2006/customXml" ds:itemID="{00A1F27D-6625-4305-9B2B-E78EDFAF58D8}">
  <ds:schemaRefs/>
</ds:datastoreItem>
</file>

<file path=customXml/itemProps6.xml><?xml version="1.0" encoding="utf-8"?>
<ds:datastoreItem xmlns:ds="http://schemas.openxmlformats.org/officeDocument/2006/customXml" ds:itemID="{92D48937-FB6E-4A6D-9A74-643EB40AB4EA}">
  <ds:schemaRefs/>
</ds:datastoreItem>
</file>

<file path=customXml/itemProps7.xml><?xml version="1.0" encoding="utf-8"?>
<ds:datastoreItem xmlns:ds="http://schemas.openxmlformats.org/officeDocument/2006/customXml" ds:itemID="{7A9A1D40-BFBF-43DF-9588-FE8362E2C6B4}">
  <ds:schemaRefs/>
</ds:datastoreItem>
</file>

<file path=customXml/itemProps8.xml><?xml version="1.0" encoding="utf-8"?>
<ds:datastoreItem xmlns:ds="http://schemas.openxmlformats.org/officeDocument/2006/customXml" ds:itemID="{5A6CC6CB-9738-4894-9F10-FD4077EA6732}">
  <ds:schemaRefs/>
</ds:datastoreItem>
</file>

<file path=customXml/itemProps9.xml><?xml version="1.0" encoding="utf-8"?>
<ds:datastoreItem xmlns:ds="http://schemas.openxmlformats.org/officeDocument/2006/customXml" ds:itemID="{612FD258-CDDA-4A94-9DD7-E9878F0F637B}">
  <ds:schemaRefs/>
</ds:datastoreItem>
</file>

<file path=customXml/itemProps10.xml><?xml version="1.0" encoding="utf-8"?>
<ds:datastoreItem xmlns:ds="http://schemas.openxmlformats.org/officeDocument/2006/customXml" ds:itemID="{7D6244AB-888F-4894-AD67-2ADD11B02F4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</Words>
  <Application>Microsoft Office PowerPoint</Application>
  <PresentationFormat>On-screen Show (16:9)</PresentationFormat>
  <Paragraphs>24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Slide Master Only: November 2024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>Hendriks, Rob</dc:creator>
  <cp:keywords/>
  <dc:description/>
  <cp:lastModifiedBy>Hendriks, Rob</cp:lastModifiedBy>
  <cp:revision>2</cp:revision>
  <dcterms:created xsi:type="dcterms:W3CDTF">2025-09-06T05:07:06Z</dcterms:created>
  <dcterms:modified xsi:type="dcterms:W3CDTF">2025-10-30T09:54:31Z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2025-09-05T06:54:52</vt:lpwstr>
  </property>
  <property fmtid="{D5CDD505-2E9C-101B-9397-08002B2CF9AE}" pid="3" name="TemplafyTenantId">
    <vt:lpwstr>philips</vt:lpwstr>
  </property>
  <property fmtid="{D5CDD505-2E9C-101B-9397-08002B2CF9AE}" pid="4" name="TemplafyTemplateId">
    <vt:lpwstr>1267840776996651068</vt:lpwstr>
  </property>
  <property fmtid="{D5CDD505-2E9C-101B-9397-08002B2CF9AE}" pid="5" name="TemplafyUserProfileId">
    <vt:lpwstr>637652993277589542</vt:lpwstr>
  </property>
  <property fmtid="{D5CDD505-2E9C-101B-9397-08002B2CF9AE}" pid="6" name="TemplafyFromBlank">
    <vt:bool>true</vt:bool>
  </property>
</Properties>
</file>